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Python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Backstory, Java Comparison, and Core Python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Python? – The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Created by Guido van Rossum (1991)</a:t>
            </a:r>
          </a:p>
          <a:p>
            <a:r>
              <a:t>• Designed for simplicity and readability</a:t>
            </a:r>
          </a:p>
          <a:p>
            <a:r>
              <a:t>• Named after Monty Python</a:t>
            </a:r>
          </a:p>
          <a:p>
            <a:r>
              <a:t>• Focuses on solving problems, not syntax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vs Java – High Level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Java:</a:t>
            </a:r>
          </a:p>
          <a:p>
            <a:r>
              <a:t>• Verbose syntax</a:t>
            </a:r>
          </a:p>
          <a:p>
            <a:r>
              <a:t>• Strongly typed</a:t>
            </a:r>
          </a:p>
          <a:p>
            <a:r>
              <a:t>• Compile + Run</a:t>
            </a:r>
          </a:p>
          <a:p/>
          <a:p>
            <a:r>
              <a:t>Python:</a:t>
            </a:r>
          </a:p>
          <a:p>
            <a:r>
              <a:t>• Clean and readable</a:t>
            </a:r>
          </a:p>
          <a:p>
            <a:r>
              <a:t>• Dynamically typed</a:t>
            </a:r>
          </a:p>
          <a:p>
            <a:r>
              <a:t>• Direct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Look at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Java:</a:t>
            </a:r>
          </a:p>
          <a:p>
            <a:r>
              <a:t>int a = 10;</a:t>
            </a:r>
          </a:p>
          <a:p>
            <a:r>
              <a:t>System.out.println(a);</a:t>
            </a:r>
          </a:p>
          <a:p/>
          <a:p>
            <a:r>
              <a:t>Python:</a:t>
            </a:r>
          </a:p>
          <a:p>
            <a:r>
              <a:t>a = 10</a:t>
            </a:r>
          </a:p>
          <a:p>
            <a:r>
              <a:t>print(a)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datatype declaration</a:t>
            </a:r>
          </a:p>
          <a:p>
            <a:r>
              <a:t>• Type decided at runtime</a:t>
            </a:r>
          </a:p>
          <a:p/>
          <a:p>
            <a:r>
              <a:t>x = 10</a:t>
            </a:r>
          </a:p>
          <a:p>
            <a:r>
              <a:t>y = 3.14</a:t>
            </a:r>
          </a:p>
          <a:p>
            <a:r>
              <a:t>name = "Preetti"</a:t>
            </a:r>
          </a:p>
          <a:p>
            <a:r>
              <a:t>is_active = True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int, float</a:t>
            </a:r>
          </a:p>
          <a:p>
            <a:r>
              <a:t>• string</a:t>
            </a:r>
          </a:p>
          <a:p>
            <a:r>
              <a:t>• boolean</a:t>
            </a:r>
          </a:p>
          <a:p>
            <a:r>
              <a:t>• list</a:t>
            </a:r>
          </a:p>
          <a:p>
            <a:r>
              <a:t>• tuple</a:t>
            </a:r>
          </a:p>
          <a:p>
            <a:r>
              <a:t>• set</a:t>
            </a:r>
          </a:p>
          <a:p>
            <a:r>
              <a:t>• dictionary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Conditional Statements – if / elif / 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 = 20</a:t>
            </a:r>
          </a:p>
          <a:p>
            <a:r>
              <a:t>if age &gt;= 18:</a:t>
            </a:r>
          </a:p>
          <a:p>
            <a:r>
              <a:t>    print("Eligible")</a:t>
            </a:r>
          </a:p>
          <a:p>
            <a:r>
              <a:t>else:</a:t>
            </a:r>
          </a:p>
          <a:p>
            <a:r>
              <a:t>    print("Not Eligible")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Loops – for and 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i in range(1,6):</a:t>
            </a:r>
          </a:p>
          <a:p>
            <a:r>
              <a:t>    print(i)</a:t>
            </a:r>
          </a:p>
          <a:p/>
          <a:p>
            <a:r>
              <a:t>count = 1</a:t>
            </a:r>
          </a:p>
          <a:p>
            <a:r>
              <a:t>while count &lt;= 3:</a:t>
            </a:r>
          </a:p>
          <a:p>
            <a:r>
              <a:t>    print(count)</a:t>
            </a:r>
          </a:p>
          <a:p>
            <a:r>
              <a:t>    count +=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Switch Case in Python (match-case)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match day:</a:t>
            </a:r>
          </a:p>
          <a:p>
            <a:r>
              <a:t>    case 1:</a:t>
            </a:r>
          </a:p>
          <a:p>
            <a:r>
              <a:t>        print("Monday")</a:t>
            </a:r>
          </a:p>
          <a:p>
            <a:r>
              <a:t>    case 2:</a:t>
            </a:r>
          </a:p>
          <a:p>
            <a:r>
              <a:t>        print("Tuesday")</a:t>
            </a:r>
          </a:p>
          <a:p>
            <a:r>
              <a:t>    case _:</a:t>
            </a:r>
          </a:p>
          <a:p>
            <a:r>
              <a:t>        print("Invalid")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Dictionary – Key Value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 = {</a:t>
            </a:r>
          </a:p>
          <a:p>
            <a:r>
              <a:t>  "id": 101,</a:t>
            </a:r>
          </a:p>
          <a:p>
            <a:r>
              <a:t>  "name": "Ravi",</a:t>
            </a:r>
          </a:p>
          <a:p>
            <a:r>
              <a:t>  "salary": 50000</a:t>
            </a:r>
          </a:p>
          <a:p>
            <a:r>
              <a:t>}</a:t>
            </a:r>
          </a:p>
          <a:p/>
          <a:p>
            <a:r>
              <a:t>employee["salary"] = 60000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Python is Popular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Easy to learn</a:t>
            </a:r>
          </a:p>
          <a:p>
            <a:r>
              <a:t>• Used in AI, ML, Data Science</a:t>
            </a:r>
          </a:p>
          <a:p>
            <a:r>
              <a:t>• Automation &amp; scripting</a:t>
            </a:r>
          </a:p>
          <a:p>
            <a:r>
              <a:t>• Enterprise &amp; BFSI usage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 focuses on simplicity</a:t>
            </a:r>
          </a:p>
          <a:p>
            <a:r>
              <a:t>• Less syntax, more logic</a:t>
            </a:r>
          </a:p>
          <a:p>
            <a:r>
              <a:t>• Faster development</a:t>
            </a:r>
          </a:p>
          <a:p>
            <a:r>
              <a:t>• Ideal for beginners and professionals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